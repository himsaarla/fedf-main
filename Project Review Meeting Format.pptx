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277" r:id="rId11"/>
    <p:sldId id="320" r:id="rId12"/>
    <p:sldId id="32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0354"/>
            <a:ext cx="7772400" cy="831007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Way To Find Airport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35759"/>
            <a:ext cx="8458200" cy="2402841"/>
          </a:xfrm>
        </p:spPr>
        <p:txBody>
          <a:bodyPr>
            <a:normAutofit fontScale="25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- Himesh                                       roll- 2520030317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- Chegireddy Thanvi                     roll- 2520030214</a:t>
            </a:r>
          </a:p>
          <a:p>
            <a:pPr>
              <a:lnSpc>
                <a:spcPct val="80000"/>
              </a:lnSpc>
              <a:defRPr/>
            </a:pPr>
            <a:endParaRPr lang="en-US" sz="48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4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Dr. Nirmala Jyothi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/>
          </a:bodyPr>
          <a:lstStyle/>
          <a:p>
            <a:r>
              <a:rPr lang="en-US" sz="2500" dirty="0"/>
              <a:t>Helps passengers navigate complex airport environments. </a:t>
            </a:r>
          </a:p>
          <a:p>
            <a:r>
              <a:rPr lang="en-US" sz="2500" dirty="0"/>
              <a:t>Provides an interactive airport map. Allows users to search gates, lounges, restaurants, and parking areas. Highlights routes to destinations.</a:t>
            </a:r>
          </a:p>
          <a:p>
            <a:r>
              <a:rPr lang="en-US" sz="2500" dirty="0"/>
              <a:t>Supports multi-floor navigation. Displays gate information. </a:t>
            </a:r>
          </a:p>
          <a:p>
            <a:r>
              <a:rPr lang="en-US" sz="2500" dirty="0"/>
              <a:t>Includes mock live queue system and QR scan simulation. </a:t>
            </a:r>
          </a:p>
          <a:p>
            <a:r>
              <a:rPr lang="en-US" sz="2500" dirty="0"/>
              <a:t>Offers favorites feature and accessibility options.</a:t>
            </a:r>
          </a:p>
          <a:p>
            <a:r>
              <a:rPr lang="en-US" sz="2500" dirty="0"/>
              <a:t>Built using React.js, HTML, CSS, JavaScript, Node.js, and Express.js.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Large airports are difficult to navigate.</a:t>
            </a:r>
          </a:p>
          <a:p>
            <a:r>
              <a:rPr lang="en-US" sz="2500" dirty="0"/>
              <a:t>First-time travelers often face confusion. </a:t>
            </a:r>
          </a:p>
          <a:p>
            <a:r>
              <a:rPr lang="en-US" sz="2500" dirty="0"/>
              <a:t>Digital wayfinding improves passenger experience. </a:t>
            </a:r>
          </a:p>
          <a:p>
            <a:r>
              <a:rPr lang="en-US" sz="2500" dirty="0"/>
              <a:t>Provides quick and efficient navigation assistance.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Airport layouts are complex and multi-level. </a:t>
            </a:r>
          </a:p>
          <a:p>
            <a:r>
              <a:rPr lang="en-US" sz="2500" dirty="0"/>
              <a:t>Passengers struggle to locate gates and facilities. </a:t>
            </a:r>
          </a:p>
          <a:p>
            <a:r>
              <a:rPr lang="en-US" sz="2500" dirty="0"/>
              <a:t>Traditional signboards may not be sufficient. </a:t>
            </a:r>
          </a:p>
          <a:p>
            <a:r>
              <a:rPr lang="en-US" sz="2500" dirty="0"/>
              <a:t>Need for an interactive navigation solution.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B0B59-E773-3598-767E-554F3BF6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Simplify airport navigation.</a:t>
            </a:r>
          </a:p>
          <a:p>
            <a:r>
              <a:rPr lang="en-US" sz="2500" dirty="0"/>
              <a:t>Reduce passenger confusion.</a:t>
            </a:r>
          </a:p>
          <a:p>
            <a:r>
              <a:rPr lang="en-US" sz="2500" dirty="0"/>
              <a:t>Improve travel efficiency. </a:t>
            </a:r>
          </a:p>
          <a:p>
            <a:r>
              <a:rPr lang="en-US" sz="2500" dirty="0"/>
              <a:t>Provide real-time route guidance.</a:t>
            </a:r>
          </a:p>
          <a:p>
            <a:r>
              <a:rPr lang="en-US" sz="2500" dirty="0"/>
              <a:t>Enhance accessibility for all users.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>
            <a:normAutofit/>
          </a:bodyPr>
          <a:lstStyle/>
          <a:p>
            <a:r>
              <a:rPr lang="en-US" sz="2500" dirty="0"/>
              <a:t>User opens app. </a:t>
            </a:r>
          </a:p>
          <a:p>
            <a:r>
              <a:rPr lang="en-US" sz="2500" dirty="0"/>
              <a:t>Selects current location and destination. Searches for point of interest (POI). </a:t>
            </a:r>
          </a:p>
          <a:p>
            <a:r>
              <a:rPr lang="en-US" sz="2500" dirty="0"/>
              <a:t>System generates shortest route.</a:t>
            </a:r>
          </a:p>
          <a:p>
            <a:r>
              <a:rPr lang="en-US" sz="2500" dirty="0"/>
              <a:t>Route displayed on interactive map.</a:t>
            </a:r>
          </a:p>
          <a:p>
            <a:r>
              <a:rPr lang="en-US" sz="2500" dirty="0"/>
              <a:t>User follows navigation instructions.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Map Renderer</a:t>
            </a:r>
            <a:r>
              <a:rPr lang="en-US" sz="2000" dirty="0"/>
              <a:t> – Displays airport layout. </a:t>
            </a:r>
          </a:p>
          <a:p>
            <a:r>
              <a:rPr lang="en-US" sz="2000" b="1" dirty="0"/>
              <a:t>Search POI</a:t>
            </a:r>
            <a:r>
              <a:rPr lang="en-US" sz="2000" dirty="0"/>
              <a:t> – Search gates, lounges, restaurants, etc.</a:t>
            </a:r>
          </a:p>
          <a:p>
            <a:r>
              <a:rPr lang="en-US" sz="2000" b="1" dirty="0"/>
              <a:t>Route Highlight</a:t>
            </a:r>
            <a:r>
              <a:rPr lang="en-US" sz="2000" dirty="0"/>
              <a:t> – Shows shortest path.</a:t>
            </a:r>
          </a:p>
          <a:p>
            <a:r>
              <a:rPr lang="en-US" sz="2000" b="1" dirty="0"/>
              <a:t>Floor Selector</a:t>
            </a:r>
            <a:r>
              <a:rPr lang="en-US" sz="2000" dirty="0"/>
              <a:t> – Switch between airport floors. </a:t>
            </a:r>
          </a:p>
          <a:p>
            <a:r>
              <a:rPr lang="en-US" sz="2000" b="1" dirty="0"/>
              <a:t>Gate Info</a:t>
            </a:r>
            <a:r>
              <a:rPr lang="en-US" sz="2000" dirty="0"/>
              <a:t> – Displays gate details. </a:t>
            </a:r>
          </a:p>
          <a:p>
            <a:r>
              <a:rPr lang="en-US" sz="2000" b="1" dirty="0"/>
              <a:t>Live Queue Mock</a:t>
            </a:r>
            <a:r>
              <a:rPr lang="en-US" sz="2000" dirty="0"/>
              <a:t> – Simulates waiting times. </a:t>
            </a:r>
          </a:p>
          <a:p>
            <a:r>
              <a:rPr lang="en-US" sz="2000" b="1" dirty="0"/>
              <a:t>Favorites</a:t>
            </a:r>
            <a:r>
              <a:rPr lang="en-US" sz="2000" dirty="0"/>
              <a:t> – Save frequently visited places. </a:t>
            </a:r>
          </a:p>
          <a:p>
            <a:r>
              <a:rPr lang="en-US" sz="2000" b="1" dirty="0"/>
              <a:t>QR Scan Mock</a:t>
            </a:r>
            <a:r>
              <a:rPr lang="en-US" sz="2000" dirty="0"/>
              <a:t> – Simulates QR-based navigation. </a:t>
            </a:r>
          </a:p>
          <a:p>
            <a:r>
              <a:rPr lang="en-US" sz="2000" b="1" dirty="0"/>
              <a:t>Accessibility Toggle</a:t>
            </a:r>
            <a:r>
              <a:rPr lang="en-US" sz="2000" dirty="0"/>
              <a:t> – High contrast mode and larger text. </a:t>
            </a:r>
          </a:p>
          <a:p>
            <a:r>
              <a:rPr lang="en-US" sz="2000" b="1" dirty="0"/>
              <a:t>Admin Update</a:t>
            </a:r>
            <a:r>
              <a:rPr lang="en-US" sz="2000" dirty="0"/>
              <a:t> – Update map and location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/>
          </a:bodyPr>
          <a:lstStyle/>
          <a:p>
            <a:r>
              <a:rPr lang="en-US" sz="2500" dirty="0"/>
              <a:t>Easy airport navigation.</a:t>
            </a:r>
          </a:p>
          <a:p>
            <a:r>
              <a:rPr lang="en-US" sz="2500" dirty="0"/>
              <a:t>Faster access to destinations. </a:t>
            </a:r>
          </a:p>
          <a:p>
            <a:r>
              <a:rPr lang="en-US" sz="2500" dirty="0"/>
              <a:t>Reduced passenger stress.</a:t>
            </a:r>
          </a:p>
          <a:p>
            <a:r>
              <a:rPr lang="en-US" sz="2500" dirty="0"/>
              <a:t>Better user experience.</a:t>
            </a:r>
          </a:p>
          <a:p>
            <a:r>
              <a:rPr lang="en-US" sz="2500" dirty="0"/>
              <a:t>Demonstrates frontend development and UI engineering skills. </a:t>
            </a:r>
            <a:endParaRPr lang="en-IN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/>
          </a:bodyPr>
          <a:lstStyle/>
          <a:p>
            <a:r>
              <a:rPr lang="en-US" sz="2500" dirty="0"/>
              <a:t>Airport Wayfinding App improves airport navigation. </a:t>
            </a:r>
          </a:p>
          <a:p>
            <a:r>
              <a:rPr lang="en-US" sz="2500" dirty="0"/>
              <a:t>Makes travel more convenient and accessible.</a:t>
            </a:r>
          </a:p>
          <a:p>
            <a:r>
              <a:rPr lang="en-US" sz="2500" dirty="0"/>
              <a:t>Reduces confusion in large airports.</a:t>
            </a:r>
          </a:p>
          <a:p>
            <a:r>
              <a:rPr lang="en-US" sz="2500" dirty="0"/>
              <a:t>Can be extended with real-time tracking and indoor positioning in the future</a:t>
            </a:r>
          </a:p>
          <a:p>
            <a:endParaRPr lang="en-US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HTML5</a:t>
            </a:r>
          </a:p>
          <a:p>
            <a:r>
              <a:rPr lang="en-US" dirty="0"/>
              <a:t>CSS3</a:t>
            </a:r>
          </a:p>
          <a:p>
            <a:r>
              <a:rPr lang="en-US" dirty="0"/>
              <a:t>JavaScript (ES6+) </a:t>
            </a:r>
          </a:p>
          <a:p>
            <a:r>
              <a:rPr lang="en-US" dirty="0"/>
              <a:t>React.js </a:t>
            </a:r>
          </a:p>
          <a:p>
            <a:r>
              <a:rPr lang="en-US" dirty="0"/>
              <a:t>Node.js </a:t>
            </a:r>
          </a:p>
          <a:p>
            <a:r>
              <a:rPr lang="en-US" dirty="0"/>
              <a:t>Express.js </a:t>
            </a:r>
          </a:p>
          <a:p>
            <a:r>
              <a:rPr lang="en-US" dirty="0"/>
              <a:t>Axios</a:t>
            </a:r>
          </a:p>
          <a:p>
            <a:r>
              <a:rPr lang="en-US" dirty="0"/>
              <a:t>React Router </a:t>
            </a:r>
          </a:p>
          <a:p>
            <a:r>
              <a:rPr lang="en-US" dirty="0"/>
              <a:t>Context API / Redux</a:t>
            </a:r>
          </a:p>
          <a:p>
            <a:r>
              <a:rPr lang="en-US" dirty="0"/>
              <a:t>Bootstrap / Tailwind CSS </a:t>
            </a:r>
          </a:p>
          <a:p>
            <a:r>
              <a:rPr lang="en-US" dirty="0"/>
              <a:t>Postman</a:t>
            </a:r>
          </a:p>
          <a:p>
            <a:r>
              <a:rPr lang="en-US" dirty="0"/>
              <a:t>MySQL (Optional)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522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A Project Review Meeting    on  Way To Find Airport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Chegireddy Thanvi</cp:lastModifiedBy>
  <cp:revision>198</cp:revision>
  <dcterms:created xsi:type="dcterms:W3CDTF">2006-08-16T00:00:00Z</dcterms:created>
  <dcterms:modified xsi:type="dcterms:W3CDTF">2026-06-04T03:34:33Z</dcterms:modified>
</cp:coreProperties>
</file>